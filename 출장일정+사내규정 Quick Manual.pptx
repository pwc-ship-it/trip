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36576" cy="685800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7589520" cy="7315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출장 일정 관리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8346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B0B8"/>
                </a:solidFill>
              </a:rPr>
              <a:t>+ 사내규정 검색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337560"/>
            <a:ext cx="758952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34747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B0B8"/>
                </a:solidFill>
              </a:rPr>
              <a:t>Quick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9319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9AD0"/>
                </a:solidFill>
              </a:rPr>
              <a:t>https://pwc-ship-it.github.io/trip/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846320"/>
            <a:ext cx="1280160" cy="292608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48463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간트차트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846320"/>
            <a:ext cx="1645920" cy="29260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4846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출장 등록/수정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846320"/>
            <a:ext cx="1463040" cy="29260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이벤트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846320"/>
            <a:ext cx="1554480" cy="29260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846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사내규정 검색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8"/>
                </a:solidFill>
              </a:rPr>
              <a:t>㈜인텍플러스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처음 시작하기 — 접속 및 Sheets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처음 사용자는 반드시 Sheets URL을 설정해야 데이터가 동기화됩니다.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1  사이트 접속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11430000" cy="5029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6642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9AD0"/>
                </a:solidFill>
              </a:rPr>
              <a:t>🌐  https://pwc-ship-it.github.io/trip/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224028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224028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2  Sheets 설정 (최초 1회)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697480"/>
            <a:ext cx="10360152" cy="2121408"/>
          </a:xfrm>
          <a:prstGeom prst="rect">
            <a:avLst/>
          </a:prstGeom>
          <a:solidFill>
            <a:srgbClr val="18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2697480"/>
            <a:ext cx="103601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2697480"/>
            <a:ext cx="36576" cy="2052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237976" y="2697480"/>
            <a:ext cx="36576" cy="2052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4746475"/>
            <a:ext cx="103601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 Sheets 설정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Apps Script 웹앱 URL을 입력하세요.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930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0B8"/>
                </a:solidFill>
              </a:rPr>
              <a:t>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3749039"/>
            <a:ext cx="8869680" cy="384048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88720" y="3749039"/>
            <a:ext cx="8869680" cy="384048"/>
          </a:xfrm>
          <a:prstGeom prst="rect">
            <a:avLst/>
          </a:prstGeom>
          <a:noFill/>
          <a:ln w="19050">
            <a:solidFill>
              <a:srgbClr val="1A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98448" y="379476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9AD0"/>
                </a:solidFill>
              </a:rPr>
              <a:t>https://script.google.com/macros/s/AKfycbwzOX...exec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4343400"/>
            <a:ext cx="1097280" cy="32004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4343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0B8"/>
                </a:solidFill>
              </a:rPr>
              <a:t>취소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4343400"/>
            <a:ext cx="1188720" cy="32004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4343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저장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92040"/>
            <a:ext cx="292608" cy="25603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89204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919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C"/>
                </a:solidFill>
              </a:rPr>
              <a:t>우측 상단 [⚙ Sheets 설정] 버튼 클릭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39512"/>
            <a:ext cx="292608" cy="25603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23951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669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C"/>
                </a:solidFill>
              </a:rPr>
              <a:t>아래 URL을 복사하여 붙여넣기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586983"/>
            <a:ext cx="292608" cy="25603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586983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144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C"/>
                </a:solidFill>
              </a:rPr>
              <a:t>[저장] 클릭 후 [🔄 Sheets 불러오기] 클릭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43600"/>
            <a:ext cx="11430000" cy="3474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36576" cy="34747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5998464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D05A"/>
                </a:solidFill>
              </a:rPr>
              <a:t>Sheets URL :  https://script.google.com/macros/s/AKfycbwzOXzciY5Rh6BEZn6kyjbogzoTwoD0SCCaCnTcZRVEYKJOPr-GcJF0CsOlxlhqYBX0vA/exec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화면 구성 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상단 메뉴바 · 좌측 사이드바 · 간트차트 영역 3개 구역으로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50292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11640312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출장 일정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261872"/>
            <a:ext cx="790956" cy="27432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261872"/>
            <a:ext cx="7909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본사계열 범례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6996" y="1261872"/>
            <a:ext cx="790956" cy="27432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96996" y="1261872"/>
            <a:ext cx="7909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외주계열 범례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261872"/>
            <a:ext cx="617220" cy="27432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33672" y="1261872"/>
            <a:ext cx="6172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숨김 보기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6612" y="1261872"/>
            <a:ext cx="704088" cy="27432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6612" y="126187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사이트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6420" y="1261872"/>
            <a:ext cx="877824" cy="27432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46420" y="1261872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★ 이벤트 등록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9964" y="1261872"/>
            <a:ext cx="790956" cy="27432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9964" y="1261872"/>
            <a:ext cx="7909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+ 출장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261872"/>
            <a:ext cx="1312164" cy="2743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1261872"/>
            <a:ext cx="13121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🔄 Sheets 불러오기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64524" y="1261872"/>
            <a:ext cx="1138428" cy="2743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4524" y="1261872"/>
            <a:ext cx="11384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☁ Sheets 저장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48672" y="1261872"/>
            <a:ext cx="1138428" cy="27432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48672" y="1261872"/>
            <a:ext cx="11384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⚙ Sheets 설정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32820" y="1261872"/>
            <a:ext cx="704088" cy="27432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32820" y="126187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📋 사내규정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719072"/>
            <a:ext cx="1828800" cy="4389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03120" y="1719072"/>
            <a:ext cx="27432" cy="4389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SITE FILTER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029968"/>
            <a:ext cx="1737360" cy="2743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206654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● 전체 보기  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2395728"/>
            <a:ext cx="91440" cy="91440"/>
          </a:xfrm>
          <a:prstGeom prst="rect">
            <a:avLst/>
          </a:prstGeom>
          <a:solidFill>
            <a:srgbClr val="15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2377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ESHD 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2688336"/>
            <a:ext cx="91440" cy="91440"/>
          </a:xfrm>
          <a:prstGeom prst="rect">
            <a:avLst/>
          </a:prstGeom>
          <a:solidFill>
            <a:srgbClr val="721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26700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ESMI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2980944"/>
            <a:ext cx="91440" cy="91440"/>
          </a:xfrm>
          <a:prstGeom prst="rect">
            <a:avLst/>
          </a:prstGeom>
          <a:solidFill>
            <a:srgbClr val="7A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29626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ESOT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3273552"/>
            <a:ext cx="91440" cy="91440"/>
          </a:xfrm>
          <a:prstGeom prst="rect">
            <a:avLst/>
          </a:prstGeom>
          <a:solidFill>
            <a:srgbClr val="8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325526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EWWA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3566160"/>
            <a:ext cx="91440" cy="9144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35478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ESHG 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3858768"/>
            <a:ext cx="91440" cy="91440"/>
          </a:xfrm>
          <a:prstGeom prst="rect">
            <a:avLst/>
          </a:prstGeom>
          <a:solidFill>
            <a:srgbClr val="4A7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38404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ESMILS 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30552" y="1719072"/>
            <a:ext cx="9784080" cy="438912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30552" y="1719072"/>
            <a:ext cx="9784080" cy="457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21992" y="1755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업무      출장자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0B8"/>
                </a:solidFill>
              </a:rPr>
              <a:t>1월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0B8"/>
                </a:solidFill>
              </a:rPr>
              <a:t>2월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0B8"/>
                </a:solidFill>
              </a:rPr>
              <a:t>3월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0B8"/>
                </a:solidFill>
              </a:rPr>
              <a:t>4월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0B8"/>
                </a:solidFill>
              </a:rPr>
              <a:t>5월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1719072"/>
            <a:ext cx="27432" cy="438912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130552" y="2286000"/>
            <a:ext cx="9784080" cy="54864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130552" y="2340864"/>
            <a:ext cx="9784080" cy="685800"/>
          </a:xfrm>
          <a:prstGeom prst="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130552" y="2286000"/>
            <a:ext cx="1828800" cy="749808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148840" y="2359152"/>
            <a:ext cx="411480" cy="182880"/>
          </a:xfrm>
          <a:prstGeom prst="rect">
            <a:avLst/>
          </a:prstGeom>
          <a:solidFill>
            <a:srgbClr val="15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167128" y="2368296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ESHD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6040" y="2368296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8EC"/>
                </a:solidFill>
              </a:rPr>
              <a:t>2세대 셋업+양산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2487168"/>
            <a:ext cx="3017520" cy="20116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754880" y="2487168"/>
            <a:ext cx="2286000" cy="201168"/>
          </a:xfrm>
          <a:prstGeom prst="rect">
            <a:avLst/>
          </a:prstGeom>
          <a:solidFill>
            <a:srgbClr val="2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130552" y="3063240"/>
            <a:ext cx="9784080" cy="54864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130552" y="3118104"/>
            <a:ext cx="9784080" cy="685800"/>
          </a:xfrm>
          <a:prstGeom prst="rect">
            <a:avLst/>
          </a:prstGeom>
          <a:solidFill>
            <a:srgbClr val="18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130552" y="3063240"/>
            <a:ext cx="1828800" cy="749808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148840" y="3136392"/>
            <a:ext cx="411480" cy="182880"/>
          </a:xfrm>
          <a:prstGeom prst="rect">
            <a:avLst/>
          </a:prstGeom>
          <a:solidFill>
            <a:srgbClr val="721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167128" y="3145536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ESMI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06040" y="3145536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8EC"/>
                </a:solidFill>
              </a:rPr>
              <a:t>셋업 및 양산대응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40480" y="3264408"/>
            <a:ext cx="1371600" cy="20116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303520" y="3264408"/>
            <a:ext cx="1463040" cy="201168"/>
          </a:xfrm>
          <a:prstGeom prst="rect">
            <a:avLst/>
          </a:prstGeom>
          <a:solidFill>
            <a:srgbClr val="2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130552" y="3840480"/>
            <a:ext cx="9784080" cy="54864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130552" y="3895344"/>
            <a:ext cx="9784080" cy="685800"/>
          </a:xfrm>
          <a:prstGeom prst="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130552" y="3840480"/>
            <a:ext cx="1828800" cy="749808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148840" y="3913632"/>
            <a:ext cx="411480" cy="182880"/>
          </a:xfrm>
          <a:prstGeom prst="rect">
            <a:avLst/>
          </a:prstGeom>
          <a:solidFill>
            <a:srgbClr val="7A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67128" y="3922776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ESOT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06040" y="3922776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8EC"/>
                </a:solidFill>
              </a:rPr>
              <a:t>1.5세대 셋업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0" y="4041648"/>
            <a:ext cx="1097280" cy="201168"/>
          </a:xfrm>
          <a:prstGeom prst="rect">
            <a:avLst/>
          </a:prstGeom>
          <a:solidFill>
            <a:srgbClr val="0F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7432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8"/>
                </a:solidFill>
              </a:rPr>
              <a:t>① 상단 메뉴바 — 주요 기능 버튼 모음 (출장 등록/수정, 이벤트, Sheets 연동, 사내규정)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8"/>
                </a:solidFill>
              </a:rPr>
              <a:t>② 좌측 사이드바 — 사이트별 필터링 / ③ 중앙 간트차트 — 시간축 기반 출장 바 시각화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출장 일정 등록하기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상단 [+ 출장 등록] 버튼 클릭 → 정보 입력 → [등록] 클릭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입력 항목 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371600" cy="347472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45720" cy="34747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655064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BF"/>
                </a:solidFill>
              </a:rPr>
              <a:t>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65506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등록된 사이트 목록에서 선택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84832"/>
            <a:ext cx="1371600" cy="347472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084832"/>
            <a:ext cx="45720" cy="34747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139696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BF"/>
                </a:solidFill>
              </a:rPr>
              <a:t>프로젝트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1396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사이트 선택 시 자동으로 해당 프로젝트 목록 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9464"/>
            <a:ext cx="1371600" cy="347472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569464"/>
            <a:ext cx="45720" cy="34747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624328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</a:rPr>
              <a:t>업무 유형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6243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셋업 / 대응 / 개조 등 자유 입력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54096"/>
            <a:ext cx="1371600" cy="347472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054096"/>
            <a:ext cx="45720" cy="34747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3108960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</a:rPr>
              <a:t>출장자 이름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1089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이름 직접 입력 (예: 홍길동)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38728"/>
            <a:ext cx="1371600" cy="347472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538728"/>
            <a:ext cx="45720" cy="34747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3593592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</a:rPr>
              <a:t>인원 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본사 / 외주 / 기술 / 비전 / 호스트 중 선택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23360"/>
            <a:ext cx="1371600" cy="347472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4023360"/>
            <a:ext cx="45720" cy="34747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4078224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873A"/>
                </a:solidFill>
              </a:rPr>
              <a:t>출발일 / 복귀일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0782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YYYY-MM-DD 형식 입력 → 체류 기간 자동 계산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507992"/>
            <a:ext cx="1371600" cy="347472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4507992"/>
            <a:ext cx="45720" cy="347472"/>
          </a:xfrm>
          <a:prstGeom prst="rect">
            <a:avLst/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4562855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B0B8"/>
                </a:solidFill>
              </a:rPr>
              <a:t>메모 / 비고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4562855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주의사항 등 자유 입력 (선택)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992624"/>
            <a:ext cx="1371600" cy="347472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4992624"/>
            <a:ext cx="45720" cy="347472"/>
          </a:xfrm>
          <a:prstGeom prst="rect">
            <a:avLst/>
          </a:prstGeom>
          <a:solidFill>
            <a:srgbClr val="B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4048" y="5047488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2020"/>
                </a:solidFill>
              </a:rPr>
              <a:t>간트차트 숨기기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504748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체크 시 차트에서 숨김 처리 (숨김 보기 버튼으로 확인 가능)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1143000"/>
            <a:ext cx="4297680" cy="5394960"/>
          </a:xfrm>
          <a:prstGeom prst="rect">
            <a:avLst/>
          </a:prstGeom>
          <a:solidFill>
            <a:srgbClr val="18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89520" y="1143000"/>
            <a:ext cx="429768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89520" y="1143000"/>
            <a:ext cx="27432" cy="53949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859768" y="1143000"/>
            <a:ext cx="27432" cy="53949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589520" y="6510528"/>
            <a:ext cx="429768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출장 일정 등록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16916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사이트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1892808"/>
            <a:ext cx="3840480" cy="27432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45552" y="1911095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ESHG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22677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프로젝트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2468880"/>
            <a:ext cx="3840480" cy="27432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45552" y="248716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DNC (AZS) 셋업+양산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28437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업무 유형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26679" y="3044952"/>
            <a:ext cx="3840480" cy="27432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845552" y="306324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셋업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34198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출장자 이름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26679" y="3621024"/>
            <a:ext cx="3840480" cy="27432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45552" y="363931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홍길동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79" y="3995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인원 구분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26679" y="4197096"/>
            <a:ext cx="3840480" cy="27432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45552" y="421538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본사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79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출발일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79" y="4773168"/>
            <a:ext cx="3840480" cy="27432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45552" y="479145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2026-04-15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5148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8"/>
                </a:solidFill>
              </a:rPr>
              <a:t>복귀일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26679" y="5349240"/>
            <a:ext cx="3840480" cy="27432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845552" y="536752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2026-07-10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26679" y="5742432"/>
            <a:ext cx="3840480" cy="25603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818120" y="57607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8EC"/>
                </a:solidFill>
              </a:rPr>
              <a:t>2026.04.15 → 2026.07.10  체류: 86일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1120" y="6144768"/>
            <a:ext cx="1280160" cy="27432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961120" y="6144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0B8"/>
                </a:solidFill>
              </a:rPr>
              <a:t>취소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378440" y="6144768"/>
            <a:ext cx="1188720" cy="27432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378440" y="6144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등록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035040"/>
            <a:ext cx="7040880" cy="59436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74320" y="6035040"/>
            <a:ext cx="45720" cy="59436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11480" y="60807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873A"/>
                </a:solidFill>
              </a:rPr>
              <a:t>⚠  날짜는 반드시 YYYY-MM-DD 형식으로 입력 (예: 2026-04-15)
     숫자만 입력하면 자동으로 하이픈이 삽입됩니다.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출장 일정 수정 · 삭제 · 숨김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간트차트의 출장 바를 클릭하면 수정/삭제 모달이 열립니다.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수정 · 삭제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486400" cy="25603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45720" cy="256032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737360"/>
            <a:ext cx="274320" cy="237744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73736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6479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간트차트에서 수정할 출장 바 클릭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67712"/>
            <a:ext cx="274320" cy="237744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26771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2951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"출장 일정 수정" 모달 열림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98063"/>
            <a:ext cx="274320" cy="237744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798063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2549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내용 변경 후 [수정 완료] 클릭 →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28415"/>
            <a:ext cx="274320" cy="237744"/>
          </a:xfrm>
          <a:prstGeom prst="rect">
            <a:avLst/>
          </a:prstGeom>
          <a:solidFill>
            <a:srgbClr val="B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328415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35584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[삭제] 버튼 클릭 → 확인 → 영구 삭제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1188720" cy="292608"/>
          </a:xfrm>
          <a:prstGeom prst="rect">
            <a:avLst/>
          </a:prstGeom>
          <a:solidFill>
            <a:srgbClr val="B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657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삭제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657600"/>
            <a:ext cx="1371600" cy="292608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0" y="3657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0B8"/>
                </a:solidFill>
              </a:rPr>
              <a:t>취소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657600"/>
            <a:ext cx="1828800" cy="292608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3657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수정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숨김 기능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600200"/>
            <a:ext cx="5577840" cy="25603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1600200"/>
            <a:ext cx="45720" cy="256032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17373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간트차트에서 숨기기 체크박스를 활성화하면
출장 일정이 차트에서 사라집니다.
숨겨진 항목은 반투명(30% 불투명도)으로 표시되며,
상단 [숨김 보기] 버튼으로 토글할 수 있습니다.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337560"/>
            <a:ext cx="2560320" cy="292608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336499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□ 간트차트에서 숨기기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3337560"/>
            <a:ext cx="2194560" cy="292608"/>
          </a:xfrm>
          <a:prstGeom prst="rect">
            <a:avLst/>
          </a:prstGeom>
          <a:solidFill>
            <a:srgbClr val="7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0" y="33375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숨김 보기 (ON)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416052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4592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간트 바 색상 의미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663440"/>
            <a:ext cx="320040" cy="256032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46817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본사 · 완료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0279" y="4663440"/>
            <a:ext cx="320040" cy="256032"/>
          </a:xfrm>
          <a:prstGeom prst="rect">
            <a:avLst/>
          </a:prstGeom>
          <a:solidFill>
            <a:srgbClr val="21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24327" y="46817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본사 · 출장중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663440"/>
            <a:ext cx="320040" cy="256032"/>
          </a:xfrm>
          <a:prstGeom prst="rect">
            <a:avLst/>
          </a:prstGeom>
          <a:solidFill>
            <a:srgbClr val="0F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90288" y="46817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본사 · 예정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199" y="4663440"/>
            <a:ext cx="320040" cy="256032"/>
          </a:xfrm>
          <a:prstGeom prst="rect">
            <a:avLst/>
          </a:prstGeom>
          <a:solidFill>
            <a:srgbClr val="5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56247" y="46817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외주 ·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4663440"/>
            <a:ext cx="320040" cy="256032"/>
          </a:xfrm>
          <a:prstGeom prst="rect">
            <a:avLst/>
          </a:prstGeom>
          <a:solidFill>
            <a:srgbClr val="CC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22208" y="46817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외주 · 출장중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04120" y="4663440"/>
            <a:ext cx="320040" cy="256032"/>
          </a:xfrm>
          <a:prstGeom prst="rect">
            <a:avLst/>
          </a:prstGeom>
          <a:solidFill>
            <a:srgbClr val="8A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488168" y="46817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외주 · 예정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074920"/>
            <a:ext cx="1161288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5193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8"/>
                </a:solidFill>
              </a:rPr>
              <a:t>오늘 날짜는 빨간 세로선(|)으로 표시됩니다.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이벤트 등록 &amp; 사이트/프로젝트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주요 일정 마커 등록 및 조직 구조 편집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★ 이벤트 등록 (양산시작, 부동 등 주요 마커)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486400" cy="36576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45720" cy="36576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중요 이벤트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48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8"/>
                </a:solidFill>
              </a:rPr>
              <a:t>사이트/프로젝트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50008"/>
            <a:ext cx="5120640" cy="256032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3682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ESHD - 2세대 셋업+양산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8"/>
                </a:solidFill>
              </a:rPr>
              <a:t>날짜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16936"/>
            <a:ext cx="5120640" cy="256032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9352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2026-04-06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2826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8"/>
                </a:solidFill>
              </a:rPr>
              <a:t>이벤트 제목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83864"/>
            <a:ext cx="5120640" cy="256032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35021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양산시작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496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8"/>
                </a:solidFill>
              </a:rPr>
              <a:t>색상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50791"/>
            <a:ext cx="5120640" cy="256032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40690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● ● ● ● ● ●  (6가지 선택)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4462272"/>
            <a:ext cx="1737360" cy="29260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0" y="44622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등록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892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8"/>
                </a:solidFill>
              </a:rPr>
              <a:t>✓ 이벤트는 간트차트 "★ 주요 이벤트" 행에 컬러 마커로 표시됩니다.
✓ 마커 클릭 시 수정/삭제 가능합니다.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사이트 / 프로젝트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600200"/>
            <a:ext cx="5760720" cy="4389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80" y="1600200"/>
            <a:ext cx="45720" cy="43891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사이트 / 프로젝트 관리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148840"/>
            <a:ext cx="54864" cy="2560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1762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</a:rPr>
              <a:t>그룹 추가/삭제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17627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조직 그룹(LGES, SKON 등) 추가·삭제·이름 변경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578608"/>
            <a:ext cx="54864" cy="25603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26060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BF"/>
                </a:solidFill>
              </a:rPr>
              <a:t>사이트 추가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6060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사이트 이름·색상 설정, 소속 그룹 지정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08376"/>
            <a:ext cx="54864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30358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873A"/>
                </a:solidFill>
              </a:rPr>
              <a:t>사이트 색상 변경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0358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색상 피커로 간트 바 색상 즉시 변경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438144"/>
            <a:ext cx="54864" cy="256032"/>
          </a:xfrm>
          <a:prstGeom prst="rect">
            <a:avLst/>
          </a:prstGeom>
          <a:solidFill>
            <a:srgbClr val="B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3465575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2020"/>
                </a:solidFill>
              </a:rPr>
              <a:t>사이트 삭제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6557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삭제 시 소속 프로젝트·출장 일정 모두 삭제 (주의!)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867912"/>
            <a:ext cx="54864" cy="2560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38953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</a:rPr>
              <a:t>프로젝트 추가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89534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[PJT+] 버튼으로 사이트 하위 프로젝트 추가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297679"/>
            <a:ext cx="54864" cy="256032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43251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BF"/>
                </a:solidFill>
              </a:rPr>
              <a:t>프로젝트 이름 수정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32511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직접 텍스트 편집 후 자동 저장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4727448"/>
            <a:ext cx="54864" cy="25603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0" y="475488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</a:rPr>
              <a:t>사이트 순서 변경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7548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행을 드래그하여 간트차트 표시 순서 변경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Google Sheets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데이터를 Sheets에 저장하면 여러 사람이 동시에 최신 정보를 공유할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Sheets 연동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011680"/>
            <a:ext cx="2011680" cy="8229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브라우저
(사용자)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011680"/>
            <a:ext cx="2011680" cy="8229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Google
Sheets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011680"/>
            <a:ext cx="2011680" cy="822960"/>
          </a:xfrm>
          <a:prstGeom prst="rect">
            <a:avLst/>
          </a:prstGeom>
          <a:solidFill>
            <a:srgbClr val="8A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Apps
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2011680"/>
            <a:ext cx="2011680" cy="8229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모든 사용자
공유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B0B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B0B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B0B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310896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" y="3154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버튼 기능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11880"/>
            <a:ext cx="2926080" cy="6858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611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🔄 Sheets 불러오기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611880"/>
            <a:ext cx="8595360" cy="6858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29000" y="365760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서버의 최신 데이터를 내 브라우저로 불러옵니다.
접속 시 로컬에 저장된 데이터가 없으면 자동으로 불러오기 실행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72000"/>
            <a:ext cx="2926080" cy="6858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45720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☁  Sheets 저장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572000"/>
            <a:ext cx="8595360" cy="6858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29000" y="46177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현재 브라우저의 데이터를 Google Sheets에 저장합니다.
데이터를 수정한 후 반드시 저장해야 다른 사람도 볼 수 있습니다.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2926080" cy="685800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5532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⚙  Sheets 설정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5532120"/>
            <a:ext cx="8595360" cy="6858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29000" y="557784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C"/>
                </a:solidFill>
              </a:rPr>
              <a:t>Apps Script 웹앱 URL을 등록합니다.
최초 1회만 설정하면 이후 자동으로 연결됩니다.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74320" y="6446520"/>
            <a:ext cx="45720" cy="34747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4922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873A"/>
                </a:solidFill>
              </a:rPr>
              <a:t>⚠  데이터는 브라우저 localStorage에도 임시 저장됩니다. Sheets에 저장하지 않으면 다른 기기/사용자는 변경 사항을 볼 수 없습니다.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사내규정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우측 상단 [📋 사내규정] 버튼 클릭 → 키워드로 즉시 검색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사용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12880" cy="5029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103120"/>
            <a:ext cx="1161288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673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CC6A"/>
                </a:solidFill>
              </a:rPr>
              <a:t>📋 사내규정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673352"/>
            <a:ext cx="9601200" cy="3200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🔍  숙박비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55680" y="1673352"/>
            <a:ext cx="548640" cy="32004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0" y="16733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0B8"/>
                </a:solidFill>
              </a:rPr>
              <a:t>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12848"/>
            <a:ext cx="493776" cy="2743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212848"/>
            <a:ext cx="493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전체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2212848"/>
            <a:ext cx="713232" cy="27432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22128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법인카드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27631" y="2212848"/>
            <a:ext cx="713232" cy="27432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27631" y="22128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국내출장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14015" y="2212848"/>
            <a:ext cx="713232" cy="27432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14015" y="22128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해외출장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399" y="2212848"/>
            <a:ext cx="713232" cy="27432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399" y="22128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위임전결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86783" y="2212848"/>
            <a:ext cx="713232" cy="27432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86783" y="22128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업무재해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73168" y="2212848"/>
            <a:ext cx="713232" cy="27432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22128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복리후생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606040"/>
            <a:ext cx="11612880" cy="146304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2606040"/>
            <a:ext cx="1161288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2642616"/>
            <a:ext cx="11612880" cy="502920"/>
          </a:xfrm>
          <a:prstGeom prst="rect">
            <a:avLst/>
          </a:prstGeom>
          <a:solidFill>
            <a:srgbClr val="2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26974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✈️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" y="2715768"/>
            <a:ext cx="1097280" cy="20116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" y="27157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CC6A"/>
                </a:solidFill>
              </a:rPr>
              <a:t>국내출장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2715768"/>
            <a:ext cx="1005840" cy="201168"/>
          </a:xfrm>
          <a:prstGeom prst="rect">
            <a:avLst/>
          </a:prstGeom>
          <a:solidFill>
            <a:srgbClr val="3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11680" y="27157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00"/>
                </a:solidFill>
              </a:rPr>
              <a:t>1건 일치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292608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국내 출장여비 지침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2926080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8"/>
                </a:solidFill>
              </a:rPr>
              <a:t>최종 개정: 2026.03.23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145536"/>
            <a:ext cx="11612880" cy="36576"/>
          </a:xfrm>
          <a:prstGeom prst="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4320" y="3182112"/>
            <a:ext cx="11612880" cy="88696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2278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CC6A"/>
                </a:solidFill>
              </a:rPr>
              <a:t>숙박료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34472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임원: 실비 정산. 차장/부장/과장/대리/사원: 6만원/1박 한도.
인천 영종도 한정 1박당 70,000원. 6만원 초과 시 사유서 제출.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06240"/>
            <a:ext cx="11612880" cy="146304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74320" y="4206240"/>
            <a:ext cx="1161288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" y="4242816"/>
            <a:ext cx="11612880" cy="502920"/>
          </a:xfrm>
          <a:prstGeom prst="rect">
            <a:avLst/>
          </a:prstGeom>
          <a:solidFill>
            <a:srgbClr val="2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429767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" y="4315968"/>
            <a:ext cx="1097280" cy="20116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4672" y="43159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CC6A"/>
                </a:solidFill>
              </a:rPr>
              <a:t>해외출장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4315968"/>
            <a:ext cx="1005840" cy="201168"/>
          </a:xfrm>
          <a:prstGeom prst="rect">
            <a:avLst/>
          </a:prstGeom>
          <a:solidFill>
            <a:srgbClr val="3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011680" y="43159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00"/>
                </a:solidFill>
              </a:rPr>
              <a:t>1건 일치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" y="4526279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해외 출장여비 지침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4526279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8"/>
                </a:solidFill>
              </a:rPr>
              <a:t>최종 개정: 2026.03.23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745736"/>
            <a:ext cx="11612880" cy="36576"/>
          </a:xfrm>
          <a:prstGeom prst="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74320" y="4782312"/>
            <a:ext cx="11612880" cy="88696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80" y="4828031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CC6A"/>
                </a:solidFill>
              </a:rPr>
              <a:t>숙박료 (1인 1일)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5047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일본 임원$200/직원$100 · 중국 임원$200/직원$80 · 동남아 $80 · 미주·구주 실비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580644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8"/>
                </a:solidFill>
              </a:rPr>
              <a:t>✓ 검색어를 지우면 전체 규정 목록으로 돌아갑니다.  ✓ 카테고리 탭으로 영역을 좁혀 검색할 수 있습니다.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0533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8"/>
                </a:solidFill>
              </a:rPr>
              <a:t>✓ 규정 카드를 클릭하면 상세 내용이 펼쳐집니다.  ✓ [📋 사내규정] 버튼을 다시 클릭하면 간트차트로 돌아갑니다.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사용 시 주의사항 &amp; 자주 묻는 질문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" y="1188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  주의사항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54864" cy="502920"/>
          </a:xfrm>
          <a:prstGeom prst="rect">
            <a:avLst/>
          </a:prstGeom>
          <a:solidFill>
            <a:srgbClr val="B5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627632"/>
            <a:ext cx="11521440" cy="5029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2020"/>
                </a:solidFill>
              </a:rPr>
              <a:t>데이터 손실 위험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사이트 또는 프로젝트 삭제 시 하위 출장 일정이 모두 삭제됩니다. 신중하게 사용하세요.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54864" cy="50292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" y="2286000"/>
            <a:ext cx="11521440" cy="5029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873A"/>
                </a:solidFill>
              </a:rPr>
              <a:t>Sheets 저장 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32888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출장 등록·수정 후 반드시 [☁ Sheets 저장]을 클릭해야 다른 사용자도 변경 사항을 볼 수 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44368"/>
            <a:ext cx="54864" cy="50292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9184" y="2944368"/>
            <a:ext cx="11521440" cy="5029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9008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873A"/>
                </a:solidFill>
              </a:rPr>
              <a:t>날짜 형식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91256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출발일/복귀일은 반드시 YYYY-MM-DD 형식으로 입력. 잘못된 형식은 빨간 테두리로 표시됩니다.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02736"/>
            <a:ext cx="54864" cy="50292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3602736"/>
            <a:ext cx="11521440" cy="5029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484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</a:rPr>
              <a:t>브라우저 호환성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9624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Chrome / Edge 최신 버전 권장. 인터넷 익스플로러(IE)는 지원하지 않습니다.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61104"/>
            <a:ext cx="54864" cy="50292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9184" y="4261104"/>
            <a:ext cx="11521440" cy="5029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30682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BF"/>
                </a:solidFill>
              </a:rPr>
              <a:t>localStorage 초기화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07992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EC"/>
                </a:solidFill>
              </a:rPr>
              <a:t>브라우저 캐시/쿠키를 삭제하면 로컬 데이터가 사라집니다. Sheets에 항상 백업하세요.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12188952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5102352"/>
            <a:ext cx="54864" cy="36576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" y="5148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Q&amp;A  자주 묻는 질문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5778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Q. 다른 사람이 등록한 데이터가 보이지 않아요.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8064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8"/>
                </a:solidFill>
              </a:rPr>
              <a:t>A. [🔄 Sheets 불러오기] 버튼을 클릭하세요. 최신 데이터를 가져옵니다.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126479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Q. 출장 바가 간트차트에 보이지 않아요.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355079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8"/>
                </a:solidFill>
              </a:rPr>
              <a:t>A. 해당 출장이 "숨김" 처리되어 있을 수 있습니다. [숨김 보기] 버튼을 클릭하세요.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1181</Words>
  <Application>Microsoft Office PowerPoint</Application>
  <PresentationFormat>사용자 지정</PresentationFormat>
  <Paragraphs>220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박우철</dc:creator>
  <cp:keywords/>
  <dc:description>generated using python-pptx</dc:description>
  <cp:lastModifiedBy>우철 박</cp:lastModifiedBy>
  <cp:revision>2</cp:revision>
  <dcterms:created xsi:type="dcterms:W3CDTF">2013-01-27T09:14:16Z</dcterms:created>
  <dcterms:modified xsi:type="dcterms:W3CDTF">2026-04-02T04:04:50Z</dcterms:modified>
  <cp:category/>
</cp:coreProperties>
</file>